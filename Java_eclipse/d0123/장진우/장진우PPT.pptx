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05BB7C63-8677-4927-B1EF-FC4AB7AFB36D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95116F9-6E85-44EE-957C-244F47DC5C8B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0841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B7C63-8677-4927-B1EF-FC4AB7AFB36D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116F9-6E85-44EE-957C-244F47DC5C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8525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B7C63-8677-4927-B1EF-FC4AB7AFB36D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116F9-6E85-44EE-957C-244F47DC5C8B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9726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B7C63-8677-4927-B1EF-FC4AB7AFB36D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116F9-6E85-44EE-957C-244F47DC5C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7587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B7C63-8677-4927-B1EF-FC4AB7AFB36D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116F9-6E85-44EE-957C-244F47DC5C8B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8888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B7C63-8677-4927-B1EF-FC4AB7AFB36D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116F9-6E85-44EE-957C-244F47DC5C8B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8811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B7C63-8677-4927-B1EF-FC4AB7AFB36D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116F9-6E85-44EE-957C-244F47DC5C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8905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B7C63-8677-4927-B1EF-FC4AB7AFB36D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116F9-6E85-44EE-957C-244F47DC5C8B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2024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B7C63-8677-4927-B1EF-FC4AB7AFB36D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116F9-6E85-44EE-957C-244F47DC5C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9775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B7C63-8677-4927-B1EF-FC4AB7AFB36D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116F9-6E85-44EE-957C-244F47DC5C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195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B7C63-8677-4927-B1EF-FC4AB7AFB36D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116F9-6E85-44EE-957C-244F47DC5C8B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56729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B7C63-8677-4927-B1EF-FC4AB7AFB36D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116F9-6E85-44EE-957C-244F47DC5C8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48093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B7C63-8677-4927-B1EF-FC4AB7AFB36D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116F9-6E85-44EE-957C-244F47DC5C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03293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B7C63-8677-4927-B1EF-FC4AB7AFB36D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116F9-6E85-44EE-957C-244F47DC5C8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65562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B7C63-8677-4927-B1EF-FC4AB7AFB36D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116F9-6E85-44EE-957C-244F47DC5C8B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8741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B7C63-8677-4927-B1EF-FC4AB7AFB36D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116F9-6E85-44EE-957C-244F47DC5C8B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69317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B7C63-8677-4927-B1EF-FC4AB7AFB36D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116F9-6E85-44EE-957C-244F47DC5C8B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6713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5BB7C63-8677-4927-B1EF-FC4AB7AFB36D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95116F9-6E85-44EE-957C-244F47DC5C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3574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ctr" defTabSz="457200" rtl="0" eaLnBrk="1" latinLnBrk="1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1DAE82-CB01-B123-2B18-5DBFC8FDC8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도서관 조회</a:t>
            </a:r>
            <a:br>
              <a:rPr lang="en-US" altLang="ko-KR" dirty="0"/>
            </a:br>
            <a:r>
              <a:rPr lang="ko-KR" altLang="en-US" dirty="0"/>
              <a:t>프로그램 만들기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5EC21EE-843B-1D9F-B66D-A0060505F0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1509" y="4154128"/>
            <a:ext cx="1408981" cy="486883"/>
          </a:xfrm>
        </p:spPr>
        <p:txBody>
          <a:bodyPr>
            <a:normAutofit lnSpcReduction="10000"/>
          </a:bodyPr>
          <a:lstStyle/>
          <a:p>
            <a:r>
              <a:rPr lang="ko-KR" altLang="en-US" dirty="0"/>
              <a:t>장진우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7180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0D5285-12D6-E928-C279-D4A7DFD49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1411" y="3429000"/>
            <a:ext cx="2260122" cy="62520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USE CASE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972F91D-043A-AD4B-FB85-7F08A10DA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508" y="1143208"/>
            <a:ext cx="5182323" cy="474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19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821A4B-D3DC-AE2B-6A0F-15967DD33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9974" y="3065193"/>
            <a:ext cx="4329023" cy="1325563"/>
          </a:xfrm>
        </p:spPr>
        <p:txBody>
          <a:bodyPr/>
          <a:lstStyle/>
          <a:p>
            <a:r>
              <a:rPr lang="ko-KR" altLang="en-US" dirty="0"/>
              <a:t>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61036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자연주의">
  <a:themeElements>
    <a:clrScheme name="자연주의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자연주의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자연주의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10</Words>
  <Application>Microsoft Office PowerPoint</Application>
  <PresentationFormat>와이드스크린</PresentationFormat>
  <Paragraphs>4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Arial</vt:lpstr>
      <vt:lpstr>Garamond</vt:lpstr>
      <vt:lpstr>자연주의</vt:lpstr>
      <vt:lpstr>도서관 조회 프로그램 만들기</vt:lpstr>
      <vt:lpstr>PowerPoint 프레젠테이션</vt:lpstr>
      <vt:lpstr>감사합니다.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GGG</dc:creator>
  <cp:lastModifiedBy>GGG</cp:lastModifiedBy>
  <cp:revision>2</cp:revision>
  <dcterms:created xsi:type="dcterms:W3CDTF">2026-01-26T05:31:11Z</dcterms:created>
  <dcterms:modified xsi:type="dcterms:W3CDTF">2026-01-26T05:32:09Z</dcterms:modified>
</cp:coreProperties>
</file>